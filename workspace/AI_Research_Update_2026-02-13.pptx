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Research Progress Update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February 13,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Agentic World Models &amp; Structured Knowledge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EURECOM showcased Perseus model at WAICF 2026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Shift from pattern completion to robust, schema-adherent knowledge graphs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Built on Gemma 3 suite for enterprise reasoning and planning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Enables dynamic graphs for planning and memory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OpenAI: One-Shot Problem Solving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ChatGPT-5.2 Pro experiment: Problems beyond training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Goal: Understand AI's ability to innovate beyond existing online solutions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Encrypted solutions set to be released on February 13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Tests significant 'one-shot' capabilities for complex reasoning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The Rise of Low-Cost AI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One year post-DeepSeek: Flurry of low-cost Chinese AI models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Domestic rivals (ByteDance, Alibaba, etc.) launching consumer-focused models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Aggressive price competition disrupting the global tech industry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Focus on efficiency and accessibility over pure scale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2026 Trend: From Hype to Pragmatism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Transition from brute-force scaling to novel architectures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Move from flashy demos to targeted, enterprise deployments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Autonomous agents: From promising autonomy to actual delivery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Focus on reliability, memory, and structured reasoning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Progress - Feb 13, 2026</dc:title>
  <dc:subject>PptxGenJS Presentation</dc:subject>
  <dc:creator>Picobot</dc:creator>
  <cp:lastModifiedBy>Picobot</cp:lastModifiedBy>
  <cp:revision>1</cp:revision>
  <dcterms:created xsi:type="dcterms:W3CDTF">2026-02-13T04:41:04Z</dcterms:created>
  <dcterms:modified xsi:type="dcterms:W3CDTF">2026-02-13T04:41:04Z</dcterms:modified>
</cp:coreProperties>
</file>